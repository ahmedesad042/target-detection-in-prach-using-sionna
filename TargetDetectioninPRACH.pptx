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77" r:id="rId8"/>
    <p:sldId id="27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6DBD7-E800-4C37-93BC-061B3990B090}" v="31" dt="2025-11-25T20:56:38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Esad Kocak" userId="31ecb42f6a5cb96f" providerId="LiveId" clId="{8AF4C99A-6068-4CDB-8901-EBC22F368D7B}"/>
    <pc:docChg chg="undo custSel addSld delSld modSld">
      <pc:chgData name="Ahmed Esad Kocak" userId="31ecb42f6a5cb96f" providerId="LiveId" clId="{8AF4C99A-6068-4CDB-8901-EBC22F368D7B}" dt="2025-11-25T22:18:23.800" v="5020" actId="20577"/>
      <pc:docMkLst>
        <pc:docMk/>
      </pc:docMkLst>
      <pc:sldChg chg="modSp new mod">
        <pc:chgData name="Ahmed Esad Kocak" userId="31ecb42f6a5cb96f" providerId="LiveId" clId="{8AF4C99A-6068-4CDB-8901-EBC22F368D7B}" dt="2025-11-25T20:47:54.872" v="4941" actId="1076"/>
        <pc:sldMkLst>
          <pc:docMk/>
          <pc:sldMk cId="1885286027" sldId="256"/>
        </pc:sldMkLst>
        <pc:spChg chg="mod">
          <ac:chgData name="Ahmed Esad Kocak" userId="31ecb42f6a5cb96f" providerId="LiveId" clId="{8AF4C99A-6068-4CDB-8901-EBC22F368D7B}" dt="2025-11-25T20:47:54.872" v="4941" actId="1076"/>
          <ac:spMkLst>
            <pc:docMk/>
            <pc:sldMk cId="1885286027" sldId="256"/>
            <ac:spMk id="2" creationId="{437D6187-9997-41C2-9178-46704C126D03}"/>
          </ac:spMkLst>
        </pc:spChg>
        <pc:spChg chg="mod">
          <ac:chgData name="Ahmed Esad Kocak" userId="31ecb42f6a5cb96f" providerId="LiveId" clId="{8AF4C99A-6068-4CDB-8901-EBC22F368D7B}" dt="2025-11-25T18:46:07.690" v="39" actId="20577"/>
          <ac:spMkLst>
            <pc:docMk/>
            <pc:sldMk cId="1885286027" sldId="256"/>
            <ac:spMk id="3" creationId="{FE5C7F66-97D3-D3D5-71E6-AD32223792B9}"/>
          </ac:spMkLst>
        </pc:spChg>
      </pc:sldChg>
      <pc:sldChg chg="modSp new mod">
        <pc:chgData name="Ahmed Esad Kocak" userId="31ecb42f6a5cb96f" providerId="LiveId" clId="{8AF4C99A-6068-4CDB-8901-EBC22F368D7B}" dt="2025-11-25T20:38:28.165" v="4698" actId="20577"/>
        <pc:sldMkLst>
          <pc:docMk/>
          <pc:sldMk cId="1116802356" sldId="257"/>
        </pc:sldMkLst>
        <pc:spChg chg="mod">
          <ac:chgData name="Ahmed Esad Kocak" userId="31ecb42f6a5cb96f" providerId="LiveId" clId="{8AF4C99A-6068-4CDB-8901-EBC22F368D7B}" dt="2025-11-25T18:46:57.803" v="64" actId="20577"/>
          <ac:spMkLst>
            <pc:docMk/>
            <pc:sldMk cId="1116802356" sldId="257"/>
            <ac:spMk id="2" creationId="{DE5B4B2D-6A38-A87E-FA56-830C2FE23A0C}"/>
          </ac:spMkLst>
        </pc:spChg>
        <pc:spChg chg="mod">
          <ac:chgData name="Ahmed Esad Kocak" userId="31ecb42f6a5cb96f" providerId="LiveId" clId="{8AF4C99A-6068-4CDB-8901-EBC22F368D7B}" dt="2025-11-25T20:38:28.165" v="4698" actId="20577"/>
          <ac:spMkLst>
            <pc:docMk/>
            <pc:sldMk cId="1116802356" sldId="257"/>
            <ac:spMk id="3" creationId="{58E0FD52-D2D9-3227-730E-761749726A54}"/>
          </ac:spMkLst>
        </pc:spChg>
      </pc:sldChg>
      <pc:sldChg chg="modSp new mod">
        <pc:chgData name="Ahmed Esad Kocak" userId="31ecb42f6a5cb96f" providerId="LiveId" clId="{8AF4C99A-6068-4CDB-8901-EBC22F368D7B}" dt="2025-11-25T20:49:07.538" v="4942" actId="20577"/>
        <pc:sldMkLst>
          <pc:docMk/>
          <pc:sldMk cId="1759976401" sldId="258"/>
        </pc:sldMkLst>
        <pc:spChg chg="mod">
          <ac:chgData name="Ahmed Esad Kocak" userId="31ecb42f6a5cb96f" providerId="LiveId" clId="{8AF4C99A-6068-4CDB-8901-EBC22F368D7B}" dt="2025-11-25T18:49:51.703" v="283" actId="20577"/>
          <ac:spMkLst>
            <pc:docMk/>
            <pc:sldMk cId="1759976401" sldId="258"/>
            <ac:spMk id="2" creationId="{2D5DF202-8FFB-7385-9B33-2262CED9FB47}"/>
          </ac:spMkLst>
        </pc:spChg>
        <pc:spChg chg="mod">
          <ac:chgData name="Ahmed Esad Kocak" userId="31ecb42f6a5cb96f" providerId="LiveId" clId="{8AF4C99A-6068-4CDB-8901-EBC22F368D7B}" dt="2025-11-25T20:49:07.538" v="4942" actId="20577"/>
          <ac:spMkLst>
            <pc:docMk/>
            <pc:sldMk cId="1759976401" sldId="258"/>
            <ac:spMk id="3" creationId="{A65675D2-A8D9-CD64-EAA4-F5388A1189C4}"/>
          </ac:spMkLst>
        </pc:spChg>
      </pc:sldChg>
      <pc:sldChg chg="addSp delSp modSp new mod">
        <pc:chgData name="Ahmed Esad Kocak" userId="31ecb42f6a5cb96f" providerId="LiveId" clId="{8AF4C99A-6068-4CDB-8901-EBC22F368D7B}" dt="2025-11-25T20:20:38.809" v="4617" actId="20577"/>
        <pc:sldMkLst>
          <pc:docMk/>
          <pc:sldMk cId="3792227185" sldId="259"/>
        </pc:sldMkLst>
        <pc:spChg chg="mod">
          <ac:chgData name="Ahmed Esad Kocak" userId="31ecb42f6a5cb96f" providerId="LiveId" clId="{8AF4C99A-6068-4CDB-8901-EBC22F368D7B}" dt="2025-11-25T18:55:33.017" v="766" actId="20577"/>
          <ac:spMkLst>
            <pc:docMk/>
            <pc:sldMk cId="3792227185" sldId="259"/>
            <ac:spMk id="2" creationId="{C41712F0-E2B6-0E40-7F0E-A5447E4B5B18}"/>
          </ac:spMkLst>
        </pc:spChg>
        <pc:spChg chg="add del mod">
          <ac:chgData name="Ahmed Esad Kocak" userId="31ecb42f6a5cb96f" providerId="LiveId" clId="{8AF4C99A-6068-4CDB-8901-EBC22F368D7B}" dt="2025-11-25T20:20:38.809" v="4617" actId="20577"/>
          <ac:spMkLst>
            <pc:docMk/>
            <pc:sldMk cId="3792227185" sldId="259"/>
            <ac:spMk id="3" creationId="{A65A1D89-DEC9-EB1F-2B52-596F1C110E96}"/>
          </ac:spMkLst>
        </pc:spChg>
        <pc:spChg chg="add mod">
          <ac:chgData name="Ahmed Esad Kocak" userId="31ecb42f6a5cb96f" providerId="LiveId" clId="{8AF4C99A-6068-4CDB-8901-EBC22F368D7B}" dt="2025-11-25T18:55:36.681" v="768"/>
          <ac:spMkLst>
            <pc:docMk/>
            <pc:sldMk cId="3792227185" sldId="259"/>
            <ac:spMk id="4" creationId="{2202EBDF-7102-1CA3-5AC1-8A801FB4F4CF}"/>
          </ac:spMkLst>
        </pc:spChg>
        <pc:spChg chg="add">
          <ac:chgData name="Ahmed Esad Kocak" userId="31ecb42f6a5cb96f" providerId="LiveId" clId="{8AF4C99A-6068-4CDB-8901-EBC22F368D7B}" dt="2025-11-25T18:55:42.886" v="771"/>
          <ac:spMkLst>
            <pc:docMk/>
            <pc:sldMk cId="3792227185" sldId="259"/>
            <ac:spMk id="5" creationId="{CD0AD17D-DD78-FE43-9A5C-1AD7BE4D1323}"/>
          </ac:spMkLst>
        </pc:spChg>
      </pc:sldChg>
      <pc:sldChg chg="addSp delSp modSp new mod">
        <pc:chgData name="Ahmed Esad Kocak" userId="31ecb42f6a5cb96f" providerId="LiveId" clId="{8AF4C99A-6068-4CDB-8901-EBC22F368D7B}" dt="2025-11-25T20:10:33.660" v="3546" actId="20577"/>
        <pc:sldMkLst>
          <pc:docMk/>
          <pc:sldMk cId="384957061" sldId="260"/>
        </pc:sldMkLst>
        <pc:spChg chg="mod">
          <ac:chgData name="Ahmed Esad Kocak" userId="31ecb42f6a5cb96f" providerId="LiveId" clId="{8AF4C99A-6068-4CDB-8901-EBC22F368D7B}" dt="2025-11-25T19:01:00.082" v="890" actId="20577"/>
          <ac:spMkLst>
            <pc:docMk/>
            <pc:sldMk cId="384957061" sldId="260"/>
            <ac:spMk id="2" creationId="{9DF040F2-DEB5-AFAB-CA62-DF1E7993B32A}"/>
          </ac:spMkLst>
        </pc:spChg>
        <pc:spChg chg="mod">
          <ac:chgData name="Ahmed Esad Kocak" userId="31ecb42f6a5cb96f" providerId="LiveId" clId="{8AF4C99A-6068-4CDB-8901-EBC22F368D7B}" dt="2025-11-25T20:10:33.660" v="3546" actId="20577"/>
          <ac:spMkLst>
            <pc:docMk/>
            <pc:sldMk cId="384957061" sldId="260"/>
            <ac:spMk id="3" creationId="{A1EA9054-82FC-67F6-2D91-AEF7BACD2EAA}"/>
          </ac:spMkLst>
        </pc:spChg>
        <pc:spChg chg="add del">
          <ac:chgData name="Ahmed Esad Kocak" userId="31ecb42f6a5cb96f" providerId="LiveId" clId="{8AF4C99A-6068-4CDB-8901-EBC22F368D7B}" dt="2025-11-25T19:18:43.433" v="1396" actId="22"/>
          <ac:spMkLst>
            <pc:docMk/>
            <pc:sldMk cId="384957061" sldId="260"/>
            <ac:spMk id="5" creationId="{55E2F8A2-104D-18C3-4419-DE27E82C6BDE}"/>
          </ac:spMkLst>
        </pc:spChg>
      </pc:sldChg>
      <pc:sldChg chg="addSp delSp modSp new mod setBg">
        <pc:chgData name="Ahmed Esad Kocak" userId="31ecb42f6a5cb96f" providerId="LiveId" clId="{8AF4C99A-6068-4CDB-8901-EBC22F368D7B}" dt="2025-11-25T20:40:41.935" v="4739"/>
        <pc:sldMkLst>
          <pc:docMk/>
          <pc:sldMk cId="264638592" sldId="261"/>
        </pc:sldMkLst>
        <pc:spChg chg="mod ord">
          <ac:chgData name="Ahmed Esad Kocak" userId="31ecb42f6a5cb96f" providerId="LiveId" clId="{8AF4C99A-6068-4CDB-8901-EBC22F368D7B}" dt="2025-11-25T20:40:41.935" v="4739"/>
          <ac:spMkLst>
            <pc:docMk/>
            <pc:sldMk cId="264638592" sldId="261"/>
            <ac:spMk id="2" creationId="{2A596FFF-F209-8DFE-76E8-B1C3B5301455}"/>
          </ac:spMkLst>
        </pc:spChg>
        <pc:spChg chg="add del">
          <ac:chgData name="Ahmed Esad Kocak" userId="31ecb42f6a5cb96f" providerId="LiveId" clId="{8AF4C99A-6068-4CDB-8901-EBC22F368D7B}" dt="2025-11-25T19:22:26.963" v="1421" actId="22"/>
          <ac:spMkLst>
            <pc:docMk/>
            <pc:sldMk cId="264638592" sldId="261"/>
            <ac:spMk id="3" creationId="{A7DCFC50-41FB-EF61-732A-87D1C47A8681}"/>
          </ac:spMkLst>
        </pc:spChg>
        <pc:spChg chg="add del">
          <ac:chgData name="Ahmed Esad Kocak" userId="31ecb42f6a5cb96f" providerId="LiveId" clId="{8AF4C99A-6068-4CDB-8901-EBC22F368D7B}" dt="2025-11-25T19:21:40.355" v="1407" actId="26606"/>
          <ac:spMkLst>
            <pc:docMk/>
            <pc:sldMk cId="264638592" sldId="261"/>
            <ac:spMk id="11" creationId="{A0408A24-6BBF-8ECF-5F9C-FE05AD88E7F9}"/>
          </ac:spMkLst>
        </pc:spChg>
        <pc:spChg chg="add del">
          <ac:chgData name="Ahmed Esad Kocak" userId="31ecb42f6a5cb96f" providerId="LiveId" clId="{8AF4C99A-6068-4CDB-8901-EBC22F368D7B}" dt="2025-11-25T19:21:40.355" v="1407" actId="26606"/>
          <ac:spMkLst>
            <pc:docMk/>
            <pc:sldMk cId="264638592" sldId="261"/>
            <ac:spMk id="14" creationId="{93262980-E907-4930-9E6E-3DC2025CE757}"/>
          </ac:spMkLst>
        </pc:spChg>
        <pc:spChg chg="add del mod">
          <ac:chgData name="Ahmed Esad Kocak" userId="31ecb42f6a5cb96f" providerId="LiveId" clId="{8AF4C99A-6068-4CDB-8901-EBC22F368D7B}" dt="2025-11-25T19:22:54.818" v="1427" actId="22"/>
          <ac:spMkLst>
            <pc:docMk/>
            <pc:sldMk cId="264638592" sldId="261"/>
            <ac:spMk id="15" creationId="{EE7B9E39-682D-B3A6-4D56-63A5A472D9DD}"/>
          </ac:spMkLst>
        </pc:spChg>
        <pc:spChg chg="add del">
          <ac:chgData name="Ahmed Esad Kocak" userId="31ecb42f6a5cb96f" providerId="LiveId" clId="{8AF4C99A-6068-4CDB-8901-EBC22F368D7B}" dt="2025-11-25T19:21:40.355" v="1407" actId="26606"/>
          <ac:spMkLst>
            <pc:docMk/>
            <pc:sldMk cId="264638592" sldId="261"/>
            <ac:spMk id="16" creationId="{AFD53EBD-B361-45AD-8ABF-9270B20B4AFE}"/>
          </ac:spMkLst>
        </pc:spChg>
        <pc:spChg chg="add del">
          <ac:chgData name="Ahmed Esad Kocak" userId="31ecb42f6a5cb96f" providerId="LiveId" clId="{8AF4C99A-6068-4CDB-8901-EBC22F368D7B}" dt="2025-11-25T19:21:40.355" v="1407" actId="26606"/>
          <ac:spMkLst>
            <pc:docMk/>
            <pc:sldMk cId="264638592" sldId="261"/>
            <ac:spMk id="18" creationId="{DA1A4CE7-6399-4B37-ACE2-CFC4B4077B51}"/>
          </ac:spMkLst>
        </pc:spChg>
        <pc:spChg chg="add del">
          <ac:chgData name="Ahmed Esad Kocak" userId="31ecb42f6a5cb96f" providerId="LiveId" clId="{8AF4C99A-6068-4CDB-8901-EBC22F368D7B}" dt="2025-11-25T19:21:44.062" v="1409" actId="26606"/>
          <ac:spMkLst>
            <pc:docMk/>
            <pc:sldMk cId="264638592" sldId="261"/>
            <ac:spMk id="20" creationId="{2B258D2B-6AC3-4B3A-A87C-FD7E6517826E}"/>
          </ac:spMkLst>
        </pc:spChg>
        <pc:spChg chg="add del">
          <ac:chgData name="Ahmed Esad Kocak" userId="31ecb42f6a5cb96f" providerId="LiveId" clId="{8AF4C99A-6068-4CDB-8901-EBC22F368D7B}" dt="2025-11-25T19:21:44.062" v="1409" actId="26606"/>
          <ac:spMkLst>
            <pc:docMk/>
            <pc:sldMk cId="264638592" sldId="261"/>
            <ac:spMk id="21" creationId="{8D55DD8B-9BF9-4B91-A22D-2D3F2AEFF189}"/>
          </ac:spMkLst>
        </pc:spChg>
        <pc:spChg chg="add del">
          <ac:chgData name="Ahmed Esad Kocak" userId="31ecb42f6a5cb96f" providerId="LiveId" clId="{8AF4C99A-6068-4CDB-8901-EBC22F368D7B}" dt="2025-11-25T19:21:44.062" v="1409" actId="26606"/>
          <ac:spMkLst>
            <pc:docMk/>
            <pc:sldMk cId="264638592" sldId="261"/>
            <ac:spMk id="22" creationId="{2D68B11E-9355-8DBB-1DCB-FE1279E64FFD}"/>
          </ac:spMkLst>
        </pc:spChg>
        <pc:spChg chg="add del">
          <ac:chgData name="Ahmed Esad Kocak" userId="31ecb42f6a5cb96f" providerId="LiveId" clId="{8AF4C99A-6068-4CDB-8901-EBC22F368D7B}" dt="2025-11-25T19:21:49.674" v="1411" actId="26606"/>
          <ac:spMkLst>
            <pc:docMk/>
            <pc:sldMk cId="264638592" sldId="261"/>
            <ac:spMk id="24" creationId="{5A4B4E81-7063-D0FF-28D6-69BE4C07838F}"/>
          </ac:spMkLst>
        </pc:spChg>
        <pc:picChg chg="add del mod ord">
          <ac:chgData name="Ahmed Esad Kocak" userId="31ecb42f6a5cb96f" providerId="LiveId" clId="{8AF4C99A-6068-4CDB-8901-EBC22F368D7B}" dt="2025-11-25T19:21:28.181" v="1404" actId="22"/>
          <ac:picMkLst>
            <pc:docMk/>
            <pc:sldMk cId="264638592" sldId="261"/>
            <ac:picMk id="5" creationId="{709EEEE3-1962-3925-E0AD-42E4C3438746}"/>
          </ac:picMkLst>
        </pc:picChg>
        <pc:picChg chg="add del mod ord">
          <ac:chgData name="Ahmed Esad Kocak" userId="31ecb42f6a5cb96f" providerId="LiveId" clId="{8AF4C99A-6068-4CDB-8901-EBC22F368D7B}" dt="2025-11-25T19:21:50.139" v="1412" actId="22"/>
          <ac:picMkLst>
            <pc:docMk/>
            <pc:sldMk cId="264638592" sldId="261"/>
            <ac:picMk id="7" creationId="{F67C90D8-D165-5F50-C24C-9F94A71AEDCB}"/>
          </ac:picMkLst>
        </pc:picChg>
        <pc:picChg chg="add del mod ord">
          <ac:chgData name="Ahmed Esad Kocak" userId="31ecb42f6a5cb96f" providerId="LiveId" clId="{8AF4C99A-6068-4CDB-8901-EBC22F368D7B}" dt="2025-11-25T19:22:15.509" v="1420" actId="22"/>
          <ac:picMkLst>
            <pc:docMk/>
            <pc:sldMk cId="264638592" sldId="261"/>
            <ac:picMk id="9" creationId="{6AE482AA-1B73-7D23-9324-9C12C1A1F7EA}"/>
          </ac:picMkLst>
        </pc:picChg>
        <pc:picChg chg="add del mod ord">
          <ac:chgData name="Ahmed Esad Kocak" userId="31ecb42f6a5cb96f" providerId="LiveId" clId="{8AF4C99A-6068-4CDB-8901-EBC22F368D7B}" dt="2025-11-25T19:22:52.788" v="1426" actId="478"/>
          <ac:picMkLst>
            <pc:docMk/>
            <pc:sldMk cId="264638592" sldId="261"/>
            <ac:picMk id="12" creationId="{7C0FB962-5698-BC0D-A5BD-B1578C951449}"/>
          </ac:picMkLst>
        </pc:picChg>
        <pc:picChg chg="add mod ord">
          <ac:chgData name="Ahmed Esad Kocak" userId="31ecb42f6a5cb96f" providerId="LiveId" clId="{8AF4C99A-6068-4CDB-8901-EBC22F368D7B}" dt="2025-11-25T19:22:58.875" v="1428" actId="14100"/>
          <ac:picMkLst>
            <pc:docMk/>
            <pc:sldMk cId="264638592" sldId="261"/>
            <ac:picMk id="19" creationId="{24D26ACD-1EE4-BD87-B85B-03D8814E33B0}"/>
          </ac:picMkLst>
        </pc:picChg>
      </pc:sldChg>
      <pc:sldChg chg="modSp new mod">
        <pc:chgData name="Ahmed Esad Kocak" userId="31ecb42f6a5cb96f" providerId="LiveId" clId="{8AF4C99A-6068-4CDB-8901-EBC22F368D7B}" dt="2025-11-25T20:42:05.656" v="4782" actId="20577"/>
        <pc:sldMkLst>
          <pc:docMk/>
          <pc:sldMk cId="4199498445" sldId="262"/>
        </pc:sldMkLst>
        <pc:spChg chg="mod">
          <ac:chgData name="Ahmed Esad Kocak" userId="31ecb42f6a5cb96f" providerId="LiveId" clId="{8AF4C99A-6068-4CDB-8901-EBC22F368D7B}" dt="2025-11-25T20:42:05.656" v="4782" actId="20577"/>
          <ac:spMkLst>
            <pc:docMk/>
            <pc:sldMk cId="4199498445" sldId="262"/>
            <ac:spMk id="2" creationId="{6F7E0AEF-487C-632D-831B-D2E78E4B71FD}"/>
          </ac:spMkLst>
        </pc:spChg>
        <pc:spChg chg="mod">
          <ac:chgData name="Ahmed Esad Kocak" userId="31ecb42f6a5cb96f" providerId="LiveId" clId="{8AF4C99A-6068-4CDB-8901-EBC22F368D7B}" dt="2025-11-25T19:28:02.668" v="1817" actId="20577"/>
          <ac:spMkLst>
            <pc:docMk/>
            <pc:sldMk cId="4199498445" sldId="262"/>
            <ac:spMk id="3" creationId="{D06F78E3-CB53-BD35-BA6B-516E9DB43E73}"/>
          </ac:spMkLst>
        </pc:spChg>
      </pc:sldChg>
      <pc:sldChg chg="addSp delSp modSp new mod">
        <pc:chgData name="Ahmed Esad Kocak" userId="31ecb42f6a5cb96f" providerId="LiveId" clId="{8AF4C99A-6068-4CDB-8901-EBC22F368D7B}" dt="2025-11-25T20:41:31.420" v="4751" actId="20577"/>
        <pc:sldMkLst>
          <pc:docMk/>
          <pc:sldMk cId="568424453" sldId="263"/>
        </pc:sldMkLst>
        <pc:spChg chg="mod">
          <ac:chgData name="Ahmed Esad Kocak" userId="31ecb42f6a5cb96f" providerId="LiveId" clId="{8AF4C99A-6068-4CDB-8901-EBC22F368D7B}" dt="2025-11-25T20:41:31.420" v="4751" actId="20577"/>
          <ac:spMkLst>
            <pc:docMk/>
            <pc:sldMk cId="568424453" sldId="263"/>
            <ac:spMk id="2" creationId="{43A1274E-EFED-9C72-D628-A64E5C3606AA}"/>
          </ac:spMkLst>
        </pc:spChg>
        <pc:spChg chg="del">
          <ac:chgData name="Ahmed Esad Kocak" userId="31ecb42f6a5cb96f" providerId="LiveId" clId="{8AF4C99A-6068-4CDB-8901-EBC22F368D7B}" dt="2025-11-25T19:34:50.497" v="1833" actId="22"/>
          <ac:spMkLst>
            <pc:docMk/>
            <pc:sldMk cId="568424453" sldId="263"/>
            <ac:spMk id="3" creationId="{4D1AA157-7F10-F35F-0706-8B1143312293}"/>
          </ac:spMkLst>
        </pc:spChg>
        <pc:picChg chg="add mod ord">
          <ac:chgData name="Ahmed Esad Kocak" userId="31ecb42f6a5cb96f" providerId="LiveId" clId="{8AF4C99A-6068-4CDB-8901-EBC22F368D7B}" dt="2025-11-25T19:34:55.836" v="1835" actId="1076"/>
          <ac:picMkLst>
            <pc:docMk/>
            <pc:sldMk cId="568424453" sldId="263"/>
            <ac:picMk id="5" creationId="{FB5E816A-18B5-CE7C-63C7-7ADE8D25AB9E}"/>
          </ac:picMkLst>
        </pc:picChg>
      </pc:sldChg>
      <pc:sldChg chg="modSp new mod">
        <pc:chgData name="Ahmed Esad Kocak" userId="31ecb42f6a5cb96f" providerId="LiveId" clId="{8AF4C99A-6068-4CDB-8901-EBC22F368D7B}" dt="2025-11-25T20:42:18.973" v="4786"/>
        <pc:sldMkLst>
          <pc:docMk/>
          <pc:sldMk cId="449055693" sldId="264"/>
        </pc:sldMkLst>
        <pc:spChg chg="mod">
          <ac:chgData name="Ahmed Esad Kocak" userId="31ecb42f6a5cb96f" providerId="LiveId" clId="{8AF4C99A-6068-4CDB-8901-EBC22F368D7B}" dt="2025-11-25T20:42:18.973" v="4786"/>
          <ac:spMkLst>
            <pc:docMk/>
            <pc:sldMk cId="449055693" sldId="264"/>
            <ac:spMk id="2" creationId="{32FA07BF-C582-A913-A55F-979D5920B650}"/>
          </ac:spMkLst>
        </pc:spChg>
        <pc:spChg chg="mod">
          <ac:chgData name="Ahmed Esad Kocak" userId="31ecb42f6a5cb96f" providerId="LiveId" clId="{8AF4C99A-6068-4CDB-8901-EBC22F368D7B}" dt="2025-11-25T20:07:38.850" v="3271" actId="20577"/>
          <ac:spMkLst>
            <pc:docMk/>
            <pc:sldMk cId="449055693" sldId="264"/>
            <ac:spMk id="3" creationId="{13D81A5B-F72D-E42C-439C-7B04749017E4}"/>
          </ac:spMkLst>
        </pc:spChg>
      </pc:sldChg>
      <pc:sldChg chg="addSp delSp modSp new mod">
        <pc:chgData name="Ahmed Esad Kocak" userId="31ecb42f6a5cb96f" providerId="LiveId" clId="{8AF4C99A-6068-4CDB-8901-EBC22F368D7B}" dt="2025-11-25T20:42:55.821" v="4821" actId="20577"/>
        <pc:sldMkLst>
          <pc:docMk/>
          <pc:sldMk cId="2146393344" sldId="265"/>
        </pc:sldMkLst>
        <pc:spChg chg="mod">
          <ac:chgData name="Ahmed Esad Kocak" userId="31ecb42f6a5cb96f" providerId="LiveId" clId="{8AF4C99A-6068-4CDB-8901-EBC22F368D7B}" dt="2025-11-25T20:42:55.821" v="4821" actId="20577"/>
          <ac:spMkLst>
            <pc:docMk/>
            <pc:sldMk cId="2146393344" sldId="265"/>
            <ac:spMk id="2" creationId="{88B4F555-EBCB-7DDE-489C-A12A632B1748}"/>
          </ac:spMkLst>
        </pc:spChg>
        <pc:spChg chg="del">
          <ac:chgData name="Ahmed Esad Kocak" userId="31ecb42f6a5cb96f" providerId="LiveId" clId="{8AF4C99A-6068-4CDB-8901-EBC22F368D7B}" dt="2025-11-25T19:40:29.216" v="2363" actId="22"/>
          <ac:spMkLst>
            <pc:docMk/>
            <pc:sldMk cId="2146393344" sldId="265"/>
            <ac:spMk id="3" creationId="{8EBB5737-804B-F09F-93C1-705C714989C1}"/>
          </ac:spMkLst>
        </pc:spChg>
        <pc:picChg chg="add mod ord">
          <ac:chgData name="Ahmed Esad Kocak" userId="31ecb42f6a5cb96f" providerId="LiveId" clId="{8AF4C99A-6068-4CDB-8901-EBC22F368D7B}" dt="2025-11-25T19:40:37.096" v="2365" actId="14100"/>
          <ac:picMkLst>
            <pc:docMk/>
            <pc:sldMk cId="2146393344" sldId="265"/>
            <ac:picMk id="5" creationId="{FCBBECBA-7264-B92F-F00A-D12C72BC04A2}"/>
          </ac:picMkLst>
        </pc:picChg>
      </pc:sldChg>
      <pc:sldChg chg="modSp new mod">
        <pc:chgData name="Ahmed Esad Kocak" userId="31ecb42f6a5cb96f" providerId="LiveId" clId="{8AF4C99A-6068-4CDB-8901-EBC22F368D7B}" dt="2025-11-25T21:06:24.893" v="5016" actId="20577"/>
        <pc:sldMkLst>
          <pc:docMk/>
          <pc:sldMk cId="4173381902" sldId="266"/>
        </pc:sldMkLst>
        <pc:spChg chg="mod">
          <ac:chgData name="Ahmed Esad Kocak" userId="31ecb42f6a5cb96f" providerId="LiveId" clId="{8AF4C99A-6068-4CDB-8901-EBC22F368D7B}" dt="2025-11-25T20:44:05.046" v="4854"/>
          <ac:spMkLst>
            <pc:docMk/>
            <pc:sldMk cId="4173381902" sldId="266"/>
            <ac:spMk id="2" creationId="{F9F98503-C202-A640-094E-08AF04C73CAE}"/>
          </ac:spMkLst>
        </pc:spChg>
        <pc:spChg chg="mod">
          <ac:chgData name="Ahmed Esad Kocak" userId="31ecb42f6a5cb96f" providerId="LiveId" clId="{8AF4C99A-6068-4CDB-8901-EBC22F368D7B}" dt="2025-11-25T21:06:24.893" v="5016" actId="20577"/>
          <ac:spMkLst>
            <pc:docMk/>
            <pc:sldMk cId="4173381902" sldId="266"/>
            <ac:spMk id="3" creationId="{2E7086B5-0FE3-48CE-24E4-2FB301FB94C9}"/>
          </ac:spMkLst>
        </pc:spChg>
      </pc:sldChg>
      <pc:sldChg chg="addSp delSp modSp new mod">
        <pc:chgData name="Ahmed Esad Kocak" userId="31ecb42f6a5cb96f" providerId="LiveId" clId="{8AF4C99A-6068-4CDB-8901-EBC22F368D7B}" dt="2025-11-25T20:44:11.793" v="4859" actId="20577"/>
        <pc:sldMkLst>
          <pc:docMk/>
          <pc:sldMk cId="2435028671" sldId="267"/>
        </pc:sldMkLst>
        <pc:spChg chg="mod">
          <ac:chgData name="Ahmed Esad Kocak" userId="31ecb42f6a5cb96f" providerId="LiveId" clId="{8AF4C99A-6068-4CDB-8901-EBC22F368D7B}" dt="2025-11-25T20:44:11.793" v="4859" actId="20577"/>
          <ac:spMkLst>
            <pc:docMk/>
            <pc:sldMk cId="2435028671" sldId="267"/>
            <ac:spMk id="2" creationId="{04465873-2BD0-FA0C-C064-E3858F8847FB}"/>
          </ac:spMkLst>
        </pc:spChg>
        <pc:spChg chg="del">
          <ac:chgData name="Ahmed Esad Kocak" userId="31ecb42f6a5cb96f" providerId="LiveId" clId="{8AF4C99A-6068-4CDB-8901-EBC22F368D7B}" dt="2025-11-25T19:57:26.422" v="2627" actId="22"/>
          <ac:spMkLst>
            <pc:docMk/>
            <pc:sldMk cId="2435028671" sldId="267"/>
            <ac:spMk id="3" creationId="{21E1F8F1-7CE7-8759-FCAF-A02EFBFC3CFF}"/>
          </ac:spMkLst>
        </pc:spChg>
        <pc:spChg chg="add del mod">
          <ac:chgData name="Ahmed Esad Kocak" userId="31ecb42f6a5cb96f" providerId="LiveId" clId="{8AF4C99A-6068-4CDB-8901-EBC22F368D7B}" dt="2025-11-25T20:22:25.023" v="4643" actId="22"/>
          <ac:spMkLst>
            <pc:docMk/>
            <pc:sldMk cId="2435028671" sldId="267"/>
            <ac:spMk id="7" creationId="{90305283-1D2B-5BB7-1CA8-3FDD3C943A03}"/>
          </ac:spMkLst>
        </pc:spChg>
        <pc:picChg chg="add del mod ord">
          <ac:chgData name="Ahmed Esad Kocak" userId="31ecb42f6a5cb96f" providerId="LiveId" clId="{8AF4C99A-6068-4CDB-8901-EBC22F368D7B}" dt="2025-11-25T20:21:30.990" v="4636" actId="478"/>
          <ac:picMkLst>
            <pc:docMk/>
            <pc:sldMk cId="2435028671" sldId="267"/>
            <ac:picMk id="5" creationId="{78B5174B-AC54-9983-9741-E6763982A68E}"/>
          </ac:picMkLst>
        </pc:picChg>
        <pc:picChg chg="add del mod ord">
          <ac:chgData name="Ahmed Esad Kocak" userId="31ecb42f6a5cb96f" providerId="LiveId" clId="{8AF4C99A-6068-4CDB-8901-EBC22F368D7B}" dt="2025-11-25T20:22:12.754" v="4642" actId="22"/>
          <ac:picMkLst>
            <pc:docMk/>
            <pc:sldMk cId="2435028671" sldId="267"/>
            <ac:picMk id="9" creationId="{A3C5D20F-345A-E396-39BC-1F49BACEC90C}"/>
          </ac:picMkLst>
        </pc:picChg>
        <pc:picChg chg="add mod ord">
          <ac:chgData name="Ahmed Esad Kocak" userId="31ecb42f6a5cb96f" providerId="LiveId" clId="{8AF4C99A-6068-4CDB-8901-EBC22F368D7B}" dt="2025-11-25T20:22:28.247" v="4644" actId="14100"/>
          <ac:picMkLst>
            <pc:docMk/>
            <pc:sldMk cId="2435028671" sldId="267"/>
            <ac:picMk id="11" creationId="{EB7C1CFA-5270-D009-9201-9B6A4C496CDE}"/>
          </ac:picMkLst>
        </pc:picChg>
      </pc:sldChg>
      <pc:sldChg chg="addSp delSp modSp new mod">
        <pc:chgData name="Ahmed Esad Kocak" userId="31ecb42f6a5cb96f" providerId="LiveId" clId="{8AF4C99A-6068-4CDB-8901-EBC22F368D7B}" dt="2025-11-25T20:44:34.442" v="4886" actId="20577"/>
        <pc:sldMkLst>
          <pc:docMk/>
          <pc:sldMk cId="715131187" sldId="268"/>
        </pc:sldMkLst>
        <pc:spChg chg="mod">
          <ac:chgData name="Ahmed Esad Kocak" userId="31ecb42f6a5cb96f" providerId="LiveId" clId="{8AF4C99A-6068-4CDB-8901-EBC22F368D7B}" dt="2025-11-25T20:44:34.442" v="4886" actId="20577"/>
          <ac:spMkLst>
            <pc:docMk/>
            <pc:sldMk cId="715131187" sldId="268"/>
            <ac:spMk id="2" creationId="{86A3CCBF-9139-31FD-2D7F-FD39DE8108B0}"/>
          </ac:spMkLst>
        </pc:spChg>
        <pc:spChg chg="del">
          <ac:chgData name="Ahmed Esad Kocak" userId="31ecb42f6a5cb96f" providerId="LiveId" clId="{8AF4C99A-6068-4CDB-8901-EBC22F368D7B}" dt="2025-11-25T19:58:34.962" v="2644" actId="22"/>
          <ac:spMkLst>
            <pc:docMk/>
            <pc:sldMk cId="715131187" sldId="268"/>
            <ac:spMk id="3" creationId="{424DDE45-9C93-DAFB-063A-89F02025BFC5}"/>
          </ac:spMkLst>
        </pc:spChg>
        <pc:picChg chg="add mod ord">
          <ac:chgData name="Ahmed Esad Kocak" userId="31ecb42f6a5cb96f" providerId="LiveId" clId="{8AF4C99A-6068-4CDB-8901-EBC22F368D7B}" dt="2025-11-25T19:58:45.124" v="2647" actId="1076"/>
          <ac:picMkLst>
            <pc:docMk/>
            <pc:sldMk cId="715131187" sldId="268"/>
            <ac:picMk id="5" creationId="{08D86B25-3CE0-EEE1-0660-F228B29CE049}"/>
          </ac:picMkLst>
        </pc:picChg>
      </pc:sldChg>
      <pc:sldChg chg="addSp delSp modSp new mod">
        <pc:chgData name="Ahmed Esad Kocak" userId="31ecb42f6a5cb96f" providerId="LiveId" clId="{8AF4C99A-6068-4CDB-8901-EBC22F368D7B}" dt="2025-11-25T20:44:48.333" v="4892" actId="20577"/>
        <pc:sldMkLst>
          <pc:docMk/>
          <pc:sldMk cId="598215460" sldId="269"/>
        </pc:sldMkLst>
        <pc:spChg chg="mod">
          <ac:chgData name="Ahmed Esad Kocak" userId="31ecb42f6a5cb96f" providerId="LiveId" clId="{8AF4C99A-6068-4CDB-8901-EBC22F368D7B}" dt="2025-11-25T20:44:48.333" v="4892" actId="20577"/>
          <ac:spMkLst>
            <pc:docMk/>
            <pc:sldMk cId="598215460" sldId="269"/>
            <ac:spMk id="2" creationId="{5F7E265D-4777-ED6C-4328-06C26C012B9C}"/>
          </ac:spMkLst>
        </pc:spChg>
        <pc:spChg chg="del">
          <ac:chgData name="Ahmed Esad Kocak" userId="31ecb42f6a5cb96f" providerId="LiveId" clId="{8AF4C99A-6068-4CDB-8901-EBC22F368D7B}" dt="2025-11-25T19:59:24.848" v="2663" actId="22"/>
          <ac:spMkLst>
            <pc:docMk/>
            <pc:sldMk cId="598215460" sldId="269"/>
            <ac:spMk id="3" creationId="{4FD06990-7A7D-1F03-9719-38917378B308}"/>
          </ac:spMkLst>
        </pc:spChg>
        <pc:picChg chg="add mod ord">
          <ac:chgData name="Ahmed Esad Kocak" userId="31ecb42f6a5cb96f" providerId="LiveId" clId="{8AF4C99A-6068-4CDB-8901-EBC22F368D7B}" dt="2025-11-25T19:59:28.754" v="2665" actId="1076"/>
          <ac:picMkLst>
            <pc:docMk/>
            <pc:sldMk cId="598215460" sldId="269"/>
            <ac:picMk id="5" creationId="{DB5DDE1E-5ECD-1FF2-09FF-3C0D3CE5A51E}"/>
          </ac:picMkLst>
        </pc:picChg>
      </pc:sldChg>
      <pc:sldChg chg="modSp new mod">
        <pc:chgData name="Ahmed Esad Kocak" userId="31ecb42f6a5cb96f" providerId="LiveId" clId="{8AF4C99A-6068-4CDB-8901-EBC22F368D7B}" dt="2025-11-25T21:06:14.655" v="5015" actId="20577"/>
        <pc:sldMkLst>
          <pc:docMk/>
          <pc:sldMk cId="985908206" sldId="270"/>
        </pc:sldMkLst>
        <pc:spChg chg="mod">
          <ac:chgData name="Ahmed Esad Kocak" userId="31ecb42f6a5cb96f" providerId="LiveId" clId="{8AF4C99A-6068-4CDB-8901-EBC22F368D7B}" dt="2025-11-25T20:44:56.427" v="4907" actId="20577"/>
          <ac:spMkLst>
            <pc:docMk/>
            <pc:sldMk cId="985908206" sldId="270"/>
            <ac:spMk id="2" creationId="{D19A5308-4111-23B4-96CB-F14540A6B459}"/>
          </ac:spMkLst>
        </pc:spChg>
        <pc:spChg chg="mod">
          <ac:chgData name="Ahmed Esad Kocak" userId="31ecb42f6a5cb96f" providerId="LiveId" clId="{8AF4C99A-6068-4CDB-8901-EBC22F368D7B}" dt="2025-11-25T21:06:14.655" v="5015" actId="20577"/>
          <ac:spMkLst>
            <pc:docMk/>
            <pc:sldMk cId="985908206" sldId="270"/>
            <ac:spMk id="3" creationId="{19449CB3-F1A0-F8FD-C102-E43B8F601032}"/>
          </ac:spMkLst>
        </pc:spChg>
      </pc:sldChg>
      <pc:sldChg chg="addSp delSp modSp new mod">
        <pc:chgData name="Ahmed Esad Kocak" userId="31ecb42f6a5cb96f" providerId="LiveId" clId="{8AF4C99A-6068-4CDB-8901-EBC22F368D7B}" dt="2025-11-25T20:45:03.959" v="4911" actId="20577"/>
        <pc:sldMkLst>
          <pc:docMk/>
          <pc:sldMk cId="3406105427" sldId="271"/>
        </pc:sldMkLst>
        <pc:spChg chg="mod">
          <ac:chgData name="Ahmed Esad Kocak" userId="31ecb42f6a5cb96f" providerId="LiveId" clId="{8AF4C99A-6068-4CDB-8901-EBC22F368D7B}" dt="2025-11-25T20:45:03.959" v="4911" actId="20577"/>
          <ac:spMkLst>
            <pc:docMk/>
            <pc:sldMk cId="3406105427" sldId="271"/>
            <ac:spMk id="2" creationId="{DCE1D648-B8BD-3185-29A3-33DB5D25299B}"/>
          </ac:spMkLst>
        </pc:spChg>
        <pc:spChg chg="del">
          <ac:chgData name="Ahmed Esad Kocak" userId="31ecb42f6a5cb96f" providerId="LiveId" clId="{8AF4C99A-6068-4CDB-8901-EBC22F368D7B}" dt="2025-11-25T20:05:35.853" v="3120"/>
          <ac:spMkLst>
            <pc:docMk/>
            <pc:sldMk cId="3406105427" sldId="271"/>
            <ac:spMk id="3" creationId="{3FB8A274-5454-203B-CD44-E5398F8C5165}"/>
          </ac:spMkLst>
        </pc:spChg>
        <pc:picChg chg="add mod">
          <ac:chgData name="Ahmed Esad Kocak" userId="31ecb42f6a5cb96f" providerId="LiveId" clId="{8AF4C99A-6068-4CDB-8901-EBC22F368D7B}" dt="2025-11-25T20:05:40.944" v="3121" actId="1076"/>
          <ac:picMkLst>
            <pc:docMk/>
            <pc:sldMk cId="3406105427" sldId="271"/>
            <ac:picMk id="4" creationId="{FE6AA7D3-C931-DF56-430D-E25A83B34D61}"/>
          </ac:picMkLst>
        </pc:picChg>
      </pc:sldChg>
      <pc:sldChg chg="addSp delSp modSp new del mod">
        <pc:chgData name="Ahmed Esad Kocak" userId="31ecb42f6a5cb96f" providerId="LiveId" clId="{8AF4C99A-6068-4CDB-8901-EBC22F368D7B}" dt="2025-11-25T20:05:24.012" v="3104" actId="47"/>
        <pc:sldMkLst>
          <pc:docMk/>
          <pc:sldMk cId="3681968401" sldId="271"/>
        </pc:sldMkLst>
        <pc:spChg chg="mod">
          <ac:chgData name="Ahmed Esad Kocak" userId="31ecb42f6a5cb96f" providerId="LiveId" clId="{8AF4C99A-6068-4CDB-8901-EBC22F368D7B}" dt="2025-11-25T20:03:39.320" v="3088" actId="20577"/>
          <ac:spMkLst>
            <pc:docMk/>
            <pc:sldMk cId="3681968401" sldId="271"/>
            <ac:spMk id="2" creationId="{7074CBEF-52DE-C890-833C-D556D0DE0F25}"/>
          </ac:spMkLst>
        </pc:spChg>
        <pc:spChg chg="add del">
          <ac:chgData name="Ahmed Esad Kocak" userId="31ecb42f6a5cb96f" providerId="LiveId" clId="{8AF4C99A-6068-4CDB-8901-EBC22F368D7B}" dt="2025-11-25T20:04:09.900" v="3097" actId="22"/>
          <ac:spMkLst>
            <pc:docMk/>
            <pc:sldMk cId="3681968401" sldId="271"/>
            <ac:spMk id="3" creationId="{FEF2E3B4-1486-747B-DD48-0AA697B84972}"/>
          </ac:spMkLst>
        </pc:spChg>
        <pc:spChg chg="add del mod">
          <ac:chgData name="Ahmed Esad Kocak" userId="31ecb42f6a5cb96f" providerId="LiveId" clId="{8AF4C99A-6068-4CDB-8901-EBC22F368D7B}" dt="2025-11-25T20:04:36.298" v="3101" actId="478"/>
          <ac:spMkLst>
            <pc:docMk/>
            <pc:sldMk cId="3681968401" sldId="271"/>
            <ac:spMk id="10" creationId="{6CCA3645-E778-DEFA-9D01-D6F9385AF8BD}"/>
          </ac:spMkLst>
        </pc:spChg>
        <pc:spChg chg="add mod">
          <ac:chgData name="Ahmed Esad Kocak" userId="31ecb42f6a5cb96f" providerId="LiveId" clId="{8AF4C99A-6068-4CDB-8901-EBC22F368D7B}" dt="2025-11-25T20:05:16.893" v="3103" actId="478"/>
          <ac:spMkLst>
            <pc:docMk/>
            <pc:sldMk cId="3681968401" sldId="271"/>
            <ac:spMk id="12" creationId="{3DD04719-75BD-60FE-7E85-D57F2EC88D01}"/>
          </ac:spMkLst>
        </pc:spChg>
        <pc:picChg chg="add del mod ord">
          <ac:chgData name="Ahmed Esad Kocak" userId="31ecb42f6a5cb96f" providerId="LiveId" clId="{8AF4C99A-6068-4CDB-8901-EBC22F368D7B}" dt="2025-11-25T20:03:53.326" v="3094" actId="22"/>
          <ac:picMkLst>
            <pc:docMk/>
            <pc:sldMk cId="3681968401" sldId="271"/>
            <ac:picMk id="5" creationId="{075667D9-8323-6CF5-31DA-FE59E58CAD0A}"/>
          </ac:picMkLst>
        </pc:picChg>
        <pc:picChg chg="add del mod ord">
          <ac:chgData name="Ahmed Esad Kocak" userId="31ecb42f6a5cb96f" providerId="LiveId" clId="{8AF4C99A-6068-4CDB-8901-EBC22F368D7B}" dt="2025-11-25T20:04:04.671" v="3096" actId="22"/>
          <ac:picMkLst>
            <pc:docMk/>
            <pc:sldMk cId="3681968401" sldId="271"/>
            <ac:picMk id="7" creationId="{B20E9CF0-510D-E8AC-60C1-6FCCA3AAF96A}"/>
          </ac:picMkLst>
        </pc:picChg>
        <pc:picChg chg="add del mod ord">
          <ac:chgData name="Ahmed Esad Kocak" userId="31ecb42f6a5cb96f" providerId="LiveId" clId="{8AF4C99A-6068-4CDB-8901-EBC22F368D7B}" dt="2025-11-25T20:05:16.893" v="3103" actId="478"/>
          <ac:picMkLst>
            <pc:docMk/>
            <pc:sldMk cId="3681968401" sldId="271"/>
            <ac:picMk id="9" creationId="{1A7D1001-2E16-416B-C0C3-473C62031D7A}"/>
          </ac:picMkLst>
        </pc:picChg>
      </pc:sldChg>
      <pc:sldChg chg="modSp new mod">
        <pc:chgData name="Ahmed Esad Kocak" userId="31ecb42f6a5cb96f" providerId="LiveId" clId="{8AF4C99A-6068-4CDB-8901-EBC22F368D7B}" dt="2025-11-25T20:45:51.673" v="4912"/>
        <pc:sldMkLst>
          <pc:docMk/>
          <pc:sldMk cId="1278726550" sldId="272"/>
        </pc:sldMkLst>
        <pc:spChg chg="mod">
          <ac:chgData name="Ahmed Esad Kocak" userId="31ecb42f6a5cb96f" providerId="LiveId" clId="{8AF4C99A-6068-4CDB-8901-EBC22F368D7B}" dt="2025-11-25T20:10:55.876" v="3557" actId="20577"/>
          <ac:spMkLst>
            <pc:docMk/>
            <pc:sldMk cId="1278726550" sldId="272"/>
            <ac:spMk id="2" creationId="{AEADC834-2D33-E35B-FEFD-08F50897715D}"/>
          </ac:spMkLst>
        </pc:spChg>
        <pc:spChg chg="mod">
          <ac:chgData name="Ahmed Esad Kocak" userId="31ecb42f6a5cb96f" providerId="LiveId" clId="{8AF4C99A-6068-4CDB-8901-EBC22F368D7B}" dt="2025-11-25T20:45:51.673" v="4912"/>
          <ac:spMkLst>
            <pc:docMk/>
            <pc:sldMk cId="1278726550" sldId="272"/>
            <ac:spMk id="3" creationId="{52C9ACDF-32A6-ED34-60A3-15EE9F52409D}"/>
          </ac:spMkLst>
        </pc:spChg>
      </pc:sldChg>
      <pc:sldChg chg="modSp new mod">
        <pc:chgData name="Ahmed Esad Kocak" userId="31ecb42f6a5cb96f" providerId="LiveId" clId="{8AF4C99A-6068-4CDB-8901-EBC22F368D7B}" dt="2025-11-25T20:39:56.475" v="4735" actId="20577"/>
        <pc:sldMkLst>
          <pc:docMk/>
          <pc:sldMk cId="2743480322" sldId="273"/>
        </pc:sldMkLst>
        <pc:spChg chg="mod">
          <ac:chgData name="Ahmed Esad Kocak" userId="31ecb42f6a5cb96f" providerId="LiveId" clId="{8AF4C99A-6068-4CDB-8901-EBC22F368D7B}" dt="2025-11-25T20:08:05.639" v="3291" actId="20577"/>
          <ac:spMkLst>
            <pc:docMk/>
            <pc:sldMk cId="2743480322" sldId="273"/>
            <ac:spMk id="2" creationId="{6008CDCB-EEB6-A85C-8C67-D54585A5F999}"/>
          </ac:spMkLst>
        </pc:spChg>
        <pc:spChg chg="mod">
          <ac:chgData name="Ahmed Esad Kocak" userId="31ecb42f6a5cb96f" providerId="LiveId" clId="{8AF4C99A-6068-4CDB-8901-EBC22F368D7B}" dt="2025-11-25T20:39:56.475" v="4735" actId="20577"/>
          <ac:spMkLst>
            <pc:docMk/>
            <pc:sldMk cId="2743480322" sldId="273"/>
            <ac:spMk id="3" creationId="{3C19DBE0-78EC-5B5D-EDB0-E8BBA95FD35C}"/>
          </ac:spMkLst>
        </pc:spChg>
      </pc:sldChg>
      <pc:sldChg chg="modSp new mod">
        <pc:chgData name="Ahmed Esad Kocak" userId="31ecb42f6a5cb96f" providerId="LiveId" clId="{8AF4C99A-6068-4CDB-8901-EBC22F368D7B}" dt="2025-11-25T22:18:23.800" v="5020" actId="20577"/>
        <pc:sldMkLst>
          <pc:docMk/>
          <pc:sldMk cId="721122179" sldId="274"/>
        </pc:sldMkLst>
        <pc:spChg chg="mod">
          <ac:chgData name="Ahmed Esad Kocak" userId="31ecb42f6a5cb96f" providerId="LiveId" clId="{8AF4C99A-6068-4CDB-8901-EBC22F368D7B}" dt="2025-11-25T20:13:54.871" v="3947" actId="20577"/>
          <ac:spMkLst>
            <pc:docMk/>
            <pc:sldMk cId="721122179" sldId="274"/>
            <ac:spMk id="2" creationId="{408CC93A-FD3D-E42F-2C62-5D89D714CC4A}"/>
          </ac:spMkLst>
        </pc:spChg>
        <pc:spChg chg="mod">
          <ac:chgData name="Ahmed Esad Kocak" userId="31ecb42f6a5cb96f" providerId="LiveId" clId="{8AF4C99A-6068-4CDB-8901-EBC22F368D7B}" dt="2025-11-25T22:18:23.800" v="5020" actId="20577"/>
          <ac:spMkLst>
            <pc:docMk/>
            <pc:sldMk cId="721122179" sldId="274"/>
            <ac:spMk id="3" creationId="{E9BDDE74-F1FE-054C-A2B5-C54751589313}"/>
          </ac:spMkLst>
        </pc:spChg>
      </pc:sldChg>
      <pc:sldChg chg="modSp new del mod">
        <pc:chgData name="Ahmed Esad Kocak" userId="31ecb42f6a5cb96f" providerId="LiveId" clId="{8AF4C99A-6068-4CDB-8901-EBC22F368D7B}" dt="2025-11-25T20:19:20.562" v="4527" actId="47"/>
        <pc:sldMkLst>
          <pc:docMk/>
          <pc:sldMk cId="467090967" sldId="275"/>
        </pc:sldMkLst>
        <pc:spChg chg="mod">
          <ac:chgData name="Ahmed Esad Kocak" userId="31ecb42f6a5cb96f" providerId="LiveId" clId="{8AF4C99A-6068-4CDB-8901-EBC22F368D7B}" dt="2025-11-25T20:19:16.937" v="4526" actId="1076"/>
          <ac:spMkLst>
            <pc:docMk/>
            <pc:sldMk cId="467090967" sldId="275"/>
            <ac:spMk id="2" creationId="{C01751D0-C164-7A57-97A9-482092477BE3}"/>
          </ac:spMkLst>
        </pc:spChg>
      </pc:sldChg>
      <pc:sldChg chg="new del">
        <pc:chgData name="Ahmed Esad Kocak" userId="31ecb42f6a5cb96f" providerId="LiveId" clId="{8AF4C99A-6068-4CDB-8901-EBC22F368D7B}" dt="2025-11-25T20:18:53.573" v="4497" actId="47"/>
        <pc:sldMkLst>
          <pc:docMk/>
          <pc:sldMk cId="1697234845" sldId="275"/>
        </pc:sldMkLst>
      </pc:sldChg>
      <pc:sldChg chg="new del">
        <pc:chgData name="Ahmed Esad Kocak" userId="31ecb42f6a5cb96f" providerId="LiveId" clId="{8AF4C99A-6068-4CDB-8901-EBC22F368D7B}" dt="2025-11-25T20:18:02.727" v="4493" actId="47"/>
        <pc:sldMkLst>
          <pc:docMk/>
          <pc:sldMk cId="2923447357" sldId="275"/>
        </pc:sldMkLst>
      </pc:sldChg>
      <pc:sldChg chg="new del">
        <pc:chgData name="Ahmed Esad Kocak" userId="31ecb42f6a5cb96f" providerId="LiveId" clId="{8AF4C99A-6068-4CDB-8901-EBC22F368D7B}" dt="2025-11-25T20:18:24.805" v="4495" actId="47"/>
        <pc:sldMkLst>
          <pc:docMk/>
          <pc:sldMk cId="3231899299" sldId="275"/>
        </pc:sldMkLst>
      </pc:sldChg>
      <pc:sldChg chg="new del">
        <pc:chgData name="Ahmed Esad Kocak" userId="31ecb42f6a5cb96f" providerId="LiveId" clId="{8AF4C99A-6068-4CDB-8901-EBC22F368D7B}" dt="2025-11-25T20:19:45.771" v="4562" actId="47"/>
        <pc:sldMkLst>
          <pc:docMk/>
          <pc:sldMk cId="4283401012" sldId="275"/>
        </pc:sldMkLst>
      </pc:sldChg>
      <pc:sldChg chg="delSp modSp new mod">
        <pc:chgData name="Ahmed Esad Kocak" userId="31ecb42f6a5cb96f" providerId="LiveId" clId="{8AF4C99A-6068-4CDB-8901-EBC22F368D7B}" dt="2025-11-25T22:17:51.986" v="5017" actId="478"/>
        <pc:sldMkLst>
          <pc:docMk/>
          <pc:sldMk cId="1699178427" sldId="276"/>
        </pc:sldMkLst>
        <pc:spChg chg="mod">
          <ac:chgData name="Ahmed Esad Kocak" userId="31ecb42f6a5cb96f" providerId="LiveId" clId="{8AF4C99A-6068-4CDB-8901-EBC22F368D7B}" dt="2025-11-25T21:06:00.620" v="5013" actId="5793"/>
          <ac:spMkLst>
            <pc:docMk/>
            <pc:sldMk cId="1699178427" sldId="276"/>
            <ac:spMk id="2" creationId="{3B397374-CABC-EE95-3C5F-98C1A96915E3}"/>
          </ac:spMkLst>
        </pc:spChg>
        <pc:spChg chg="del">
          <ac:chgData name="Ahmed Esad Kocak" userId="31ecb42f6a5cb96f" providerId="LiveId" clId="{8AF4C99A-6068-4CDB-8901-EBC22F368D7B}" dt="2025-11-25T22:17:51.986" v="5017" actId="478"/>
          <ac:spMkLst>
            <pc:docMk/>
            <pc:sldMk cId="1699178427" sldId="276"/>
            <ac:spMk id="3" creationId="{D71B10C3-B415-93FF-C4D4-3545116F355A}"/>
          </ac:spMkLst>
        </pc:spChg>
      </pc:sldChg>
      <pc:sldChg chg="addSp delSp modSp new mod">
        <pc:chgData name="Ahmed Esad Kocak" userId="31ecb42f6a5cb96f" providerId="LiveId" clId="{8AF4C99A-6068-4CDB-8901-EBC22F368D7B}" dt="2025-11-25T20:56:23.234" v="4995" actId="14100"/>
        <pc:sldMkLst>
          <pc:docMk/>
          <pc:sldMk cId="658199915" sldId="277"/>
        </pc:sldMkLst>
        <pc:spChg chg="mod">
          <ac:chgData name="Ahmed Esad Kocak" userId="31ecb42f6a5cb96f" providerId="LiveId" clId="{8AF4C99A-6068-4CDB-8901-EBC22F368D7B}" dt="2025-11-25T20:56:17.195" v="4994" actId="20577"/>
          <ac:spMkLst>
            <pc:docMk/>
            <pc:sldMk cId="658199915" sldId="277"/>
            <ac:spMk id="2" creationId="{AF65BA4A-98B1-3524-8EE1-22D47FAC9967}"/>
          </ac:spMkLst>
        </pc:spChg>
        <pc:spChg chg="del">
          <ac:chgData name="Ahmed Esad Kocak" userId="31ecb42f6a5cb96f" providerId="LiveId" clId="{8AF4C99A-6068-4CDB-8901-EBC22F368D7B}" dt="2025-11-25T20:55:54.860" v="4944" actId="22"/>
          <ac:spMkLst>
            <pc:docMk/>
            <pc:sldMk cId="658199915" sldId="277"/>
            <ac:spMk id="3" creationId="{1AAF2ACD-0868-2C34-2246-E2B0125C7B50}"/>
          </ac:spMkLst>
        </pc:spChg>
        <pc:picChg chg="add mod ord">
          <ac:chgData name="Ahmed Esad Kocak" userId="31ecb42f6a5cb96f" providerId="LiveId" clId="{8AF4C99A-6068-4CDB-8901-EBC22F368D7B}" dt="2025-11-25T20:56:23.234" v="4995" actId="14100"/>
          <ac:picMkLst>
            <pc:docMk/>
            <pc:sldMk cId="658199915" sldId="277"/>
            <ac:picMk id="5" creationId="{21F4EA55-641C-C038-6906-FA049FF7BDAD}"/>
          </ac:picMkLst>
        </pc:picChg>
      </pc:sldChg>
      <pc:sldChg chg="addSp delSp modSp new mod">
        <pc:chgData name="Ahmed Esad Kocak" userId="31ecb42f6a5cb96f" providerId="LiveId" clId="{8AF4C99A-6068-4CDB-8901-EBC22F368D7B}" dt="2025-11-25T20:57:21.983" v="5006" actId="14100"/>
        <pc:sldMkLst>
          <pc:docMk/>
          <pc:sldMk cId="3934281558" sldId="278"/>
        </pc:sldMkLst>
        <pc:spChg chg="mod">
          <ac:chgData name="Ahmed Esad Kocak" userId="31ecb42f6a5cb96f" providerId="LiveId" clId="{8AF4C99A-6068-4CDB-8901-EBC22F368D7B}" dt="2025-11-25T20:56:38.534" v="4997"/>
          <ac:spMkLst>
            <pc:docMk/>
            <pc:sldMk cId="3934281558" sldId="278"/>
            <ac:spMk id="2" creationId="{0F35D846-1F81-B181-9612-1E8F657D7D8B}"/>
          </ac:spMkLst>
        </pc:spChg>
        <pc:spChg chg="del">
          <ac:chgData name="Ahmed Esad Kocak" userId="31ecb42f6a5cb96f" providerId="LiveId" clId="{8AF4C99A-6068-4CDB-8901-EBC22F368D7B}" dt="2025-11-25T20:56:56.883" v="4998" actId="22"/>
          <ac:spMkLst>
            <pc:docMk/>
            <pc:sldMk cId="3934281558" sldId="278"/>
            <ac:spMk id="3" creationId="{0F9CEBE7-F488-29D2-26B8-3BC47D0A4C55}"/>
          </ac:spMkLst>
        </pc:spChg>
        <pc:picChg chg="add mod ord">
          <ac:chgData name="Ahmed Esad Kocak" userId="31ecb42f6a5cb96f" providerId="LiveId" clId="{8AF4C99A-6068-4CDB-8901-EBC22F368D7B}" dt="2025-11-25T20:57:21.983" v="5006" actId="14100"/>
          <ac:picMkLst>
            <pc:docMk/>
            <pc:sldMk cId="3934281558" sldId="278"/>
            <ac:picMk id="5" creationId="{E0C69AFC-D082-88B9-F17C-9EC6707099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5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2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6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3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9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5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9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465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226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40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57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A495E-31BB-46F7-B5C8-A32050D9D63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076C9FA-E497-44A0-A239-8B2E3F22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5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6187-9997-41C2-9178-46704C126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794933"/>
            <a:ext cx="8915399" cy="2328333"/>
          </a:xfrm>
        </p:spPr>
        <p:txBody>
          <a:bodyPr>
            <a:normAutofit fontScale="90000"/>
          </a:bodyPr>
          <a:lstStyle/>
          <a:p>
            <a:r>
              <a:rPr lang="en-US" dirty="0"/>
              <a:t>PRACH-Based Bistatic Target Detection and Localization using Sionna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C7F66-97D3-D3D5-71E6-AD32223792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Ahmed Esad Koçak</a:t>
            </a:r>
          </a:p>
        </p:txBody>
      </p:sp>
    </p:spTree>
    <p:extLst>
      <p:ext uri="{BB962C8B-B14F-4D97-AF65-F5344CB8AC3E}">
        <p14:creationId xmlns:p14="http://schemas.microsoft.com/office/powerpoint/2010/main" val="188528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4B2D-6A38-A87E-FA56-830C2FE2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FD52-D2D9-3227-730E-76174972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was originally Enes’ undergraduate project.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My contributions primarily focused on improvements and implementation of OFDM.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0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F202-8FFB-7385-9B33-2262CED9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75D2-A8D9-CD64-EAA4-F5388A118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main objective is to combine Sensing and Communication.</a:t>
            </a:r>
          </a:p>
          <a:p>
            <a:endParaRPr lang="en-US" dirty="0"/>
          </a:p>
          <a:p>
            <a:r>
              <a:rPr lang="en-US" dirty="0"/>
              <a:t>We use PRACH preambles to first estimate the distance between the object and each transmitter, and then estimate the object’s location using multiple transmitters.</a:t>
            </a:r>
          </a:p>
          <a:p>
            <a:endParaRPr lang="en-US" dirty="0"/>
          </a:p>
          <a:p>
            <a:r>
              <a:rPr lang="en-US" dirty="0"/>
              <a:t>Preambles are used in PRACH (Physical Random Access Channel) for initial detection.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97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12F0-E2B6-0E40-7F0E-A5447E4B5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1D89-DEC9-EB1F-2B52-596F1C110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Detection of </a:t>
            </a:r>
            <a:r>
              <a:rPr lang="en-US" dirty="0" err="1"/>
              <a:t>nLOS</a:t>
            </a:r>
            <a:r>
              <a:rPr lang="en-US" dirty="0"/>
              <a:t> and preventing false detection.</a:t>
            </a:r>
          </a:p>
          <a:p>
            <a:endParaRPr lang="en-US" dirty="0"/>
          </a:p>
          <a:p>
            <a:r>
              <a:rPr lang="en-US" dirty="0"/>
              <a:t>Extracting accurate delays from multipath reflections.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22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CDCB-EEB6-A85C-8C67-D54585A5F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9DBE0-78EC-5B5D-EDB0-E8BBA95FD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design the 3D scene in Blender.</a:t>
            </a:r>
          </a:p>
          <a:p>
            <a:endParaRPr lang="en-US" dirty="0"/>
          </a:p>
          <a:p>
            <a:r>
              <a:rPr lang="en-US" dirty="0"/>
              <a:t>The remaining code was built on </a:t>
            </a:r>
            <a:r>
              <a:rPr lang="en-US" dirty="0" err="1"/>
              <a:t>Jupyter</a:t>
            </a:r>
            <a:r>
              <a:rPr lang="en-US" dirty="0"/>
              <a:t> Notebooks on Google Colab.</a:t>
            </a:r>
          </a:p>
          <a:p>
            <a:endParaRPr lang="en-US" dirty="0"/>
          </a:p>
          <a:p>
            <a:r>
              <a:rPr lang="en-US" dirty="0"/>
              <a:t>We utilized Sionna’s built in blocks, used NumPy functions as well.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8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40F2-DEB5-AFAB-CA62-DF1E7993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9054-82FC-67F6-2D91-AEF7BACD2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design a 3D environment to simulate in Blender. </a:t>
            </a:r>
          </a:p>
          <a:p>
            <a:endParaRPr lang="en-US" dirty="0"/>
          </a:p>
          <a:p>
            <a:r>
              <a:rPr lang="en-US" dirty="0"/>
              <a:t>We place Transmitters and Receivers to the scene in Colab.</a:t>
            </a:r>
          </a:p>
          <a:p>
            <a:endParaRPr lang="en-US" dirty="0"/>
          </a:p>
          <a:p>
            <a:r>
              <a:rPr lang="en-US" dirty="0"/>
              <a:t>We can adjust the material properties; i.e. how much they reflect, refract etc.</a:t>
            </a:r>
          </a:p>
          <a:p>
            <a:endParaRPr lang="en-US" dirty="0"/>
          </a:p>
          <a:p>
            <a:r>
              <a:rPr lang="en-US" dirty="0"/>
              <a:t>We use this environment to obtain a channel using </a:t>
            </a:r>
            <a:r>
              <a:rPr lang="en-US" dirty="0" err="1"/>
              <a:t>PathSolver</a:t>
            </a:r>
            <a:r>
              <a:rPr lang="en-US" dirty="0"/>
              <a:t> block of  Sionna Ray Tracing (RT). We derive the paths and their time of arrival. Using these values we derive the Channel Impulse Response (CIR)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7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BA4A-98B1-3524-8EE1-22D47FAC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– Channel Modelling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F4EA55-641C-C038-6906-FA049FF7B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385" y="2319867"/>
            <a:ext cx="9474228" cy="321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9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5D846-1F81-B181-9612-1E8F657D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– Channel Modelling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69AFC-D082-88B9-F17C-9EC670709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868" y="1444258"/>
            <a:ext cx="8695265" cy="502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8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FFF-F209-8DFE-76E8-B1C3B5301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Channel Modeling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24D26ACD-1EE4-BD87-B85B-03D8814E3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547925"/>
            <a:ext cx="9738797" cy="436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0AEF-487C-632D-831B-D2E78E4B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601" y="624110"/>
            <a:ext cx="9244012" cy="1280890"/>
          </a:xfrm>
        </p:spPr>
        <p:txBody>
          <a:bodyPr/>
          <a:lstStyle/>
          <a:p>
            <a:r>
              <a:rPr lang="en-US" dirty="0"/>
              <a:t>Implementation – Preamble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F78E3-CB53-BD35-BA6B-516E9DB43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generate preambles that will be transmitted. </a:t>
            </a:r>
          </a:p>
          <a:p>
            <a:endParaRPr lang="en-US" dirty="0"/>
          </a:p>
          <a:p>
            <a:r>
              <a:rPr lang="en-US" dirty="0"/>
              <a:t>We place the preambles to specific places using OFDM. We used tensors and NumPy functions.</a:t>
            </a:r>
          </a:p>
          <a:p>
            <a:endParaRPr lang="en-US" dirty="0"/>
          </a:p>
          <a:p>
            <a:r>
              <a:rPr lang="en-US" dirty="0"/>
              <a:t>Thus we obtained multiple signals with preambles in specific locations, that will give sharp peaks when detected. </a:t>
            </a:r>
          </a:p>
        </p:txBody>
      </p:sp>
    </p:spTree>
    <p:extLst>
      <p:ext uri="{BB962C8B-B14F-4D97-AF65-F5344CB8AC3E}">
        <p14:creationId xmlns:p14="http://schemas.microsoft.com/office/powerpoint/2010/main" val="4199498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4E-EFED-9C72-D628-A64E5C36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1" y="624110"/>
            <a:ext cx="9269412" cy="1280890"/>
          </a:xfrm>
        </p:spPr>
        <p:txBody>
          <a:bodyPr/>
          <a:lstStyle/>
          <a:p>
            <a:r>
              <a:rPr lang="en-US" dirty="0"/>
              <a:t>Implementation - Preamble Generation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5E816A-18B5-CE7C-63C7-7ADE8D25A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329" y="1491329"/>
            <a:ext cx="7845342" cy="474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24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07BF-C582-A913-A55F-979D5920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Signal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81A5B-F72D-E42C-439C-7B0474901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create 5 preambles for 5 Transmitters. The sequence length and other parameters are not random, we used a specific preamble type.</a:t>
            </a:r>
          </a:p>
          <a:p>
            <a:endParaRPr lang="en-US" dirty="0"/>
          </a:p>
          <a:p>
            <a:r>
              <a:rPr lang="en-US" dirty="0"/>
              <a:t>We transmit each signal over a channel, each channel represents a Tx-Rx combination.</a:t>
            </a:r>
          </a:p>
          <a:p>
            <a:endParaRPr lang="en-US" dirty="0"/>
          </a:p>
          <a:p>
            <a:r>
              <a:rPr lang="en-US" dirty="0"/>
              <a:t>We observed two sharp peaks, first one being LOS (Line of Sight) and second one </a:t>
            </a:r>
            <a:r>
              <a:rPr lang="en-US" dirty="0" err="1"/>
              <a:t>nLOS</a:t>
            </a:r>
            <a:r>
              <a:rPr lang="en-US" dirty="0"/>
              <a:t> (non Line of Sight). We need to detect these peaks and their indices correctly.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055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F555-EBCB-7DDE-489C-A12A632B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– Peak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BBECBA-7264-B92F-F00A-D12C72BC0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747" y="2018743"/>
            <a:ext cx="9307582" cy="365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9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8503-C202-A640-094E-08AF04C7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– Peak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86B5-0FE3-48CE-24E4-2FB301FB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implemented a peak detection algorithm in order to detect the two highest peaks, obtain their indices and estimate the distance.</a:t>
            </a:r>
          </a:p>
          <a:p>
            <a:endParaRPr lang="en-US" dirty="0"/>
          </a:p>
          <a:p>
            <a:r>
              <a:rPr lang="en-US" dirty="0"/>
              <a:t>Object distance to Tx = c*(</a:t>
            </a:r>
            <a:r>
              <a:rPr lang="en-US" dirty="0" err="1"/>
              <a:t>nLOS</a:t>
            </a:r>
            <a:r>
              <a:rPr lang="en-US" dirty="0"/>
              <a:t> index – LOS index)/sample rate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81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5873-2BD0-FA0C-C064-E3858F88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Peak Detection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B7C1CFA-5270-D009-9201-9B6A4C496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574" y="1981200"/>
            <a:ext cx="10118039" cy="36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28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CCBF-9139-31FD-2D7F-FD39DE81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– Distance Estimation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D86B25-3CE0-EEE1-0660-F228B29CE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428" y="2037080"/>
            <a:ext cx="11091143" cy="328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31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265D-4777-ED6C-4328-06C26C01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Distance Estimation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5DDE1E-5ECD-1FF2-09FF-3C0D3CE5A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240" y="1748625"/>
            <a:ext cx="9296010" cy="448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15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5308-4111-23B4-96CB-F14540A6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49CB3-F1A0-F8FD-C102-E43B8F601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Then we use the 3 best (or more) results and use a localization algorithm.</a:t>
            </a:r>
          </a:p>
          <a:p>
            <a:endParaRPr lang="en-US" dirty="0"/>
          </a:p>
          <a:p>
            <a:r>
              <a:rPr lang="en-US" dirty="0"/>
              <a:t>We basically solve: Residual = |X - </a:t>
            </a:r>
            <a:r>
              <a:rPr lang="en-US" dirty="0" err="1"/>
              <a:t>tx</a:t>
            </a:r>
            <a:r>
              <a:rPr lang="en-US" dirty="0"/>
              <a:t>| + |X - </a:t>
            </a:r>
            <a:r>
              <a:rPr lang="en-US" dirty="0" err="1"/>
              <a:t>rx</a:t>
            </a:r>
            <a:r>
              <a:rPr lang="en-US" dirty="0"/>
              <a:t>| - </a:t>
            </a:r>
            <a:r>
              <a:rPr lang="en-US" dirty="0" err="1"/>
              <a:t>total_length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Because of the geometry we might get a mirrored solution depending on the initial guess, as long as its closer to real solution algorithm converges correctly. </a:t>
            </a:r>
          </a:p>
          <a:p>
            <a:endParaRPr lang="en-US" dirty="0"/>
          </a:p>
          <a:p>
            <a:r>
              <a:rPr lang="en-US" dirty="0"/>
              <a:t>We can use more Tx’s to ensure we get the correct solution (and more accurate).</a:t>
            </a:r>
          </a:p>
          <a:p>
            <a:endParaRPr lang="en-US" dirty="0"/>
          </a:p>
          <a:p>
            <a:r>
              <a:rPr lang="en-US" dirty="0"/>
              <a:t>Our object was at [0, 0, 300]</a:t>
            </a:r>
          </a:p>
        </p:txBody>
      </p:sp>
    </p:spTree>
    <p:extLst>
      <p:ext uri="{BB962C8B-B14F-4D97-AF65-F5344CB8AC3E}">
        <p14:creationId xmlns:p14="http://schemas.microsoft.com/office/powerpoint/2010/main" val="985908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D648-B8BD-3185-29A3-33DB5D25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- Localization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FE6AA7D3-C931-DF56-430D-E25A83B34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2413" y="2789834"/>
            <a:ext cx="8915400" cy="97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05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C834-2D33-E35B-FEFD-08F50897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9ACDF-32A6-ED34-60A3-15EE9F524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practical situations, </a:t>
            </a:r>
            <a:r>
              <a:rPr lang="en-US" dirty="0" err="1"/>
              <a:t>nLOS</a:t>
            </a:r>
            <a:r>
              <a:rPr lang="en-US" dirty="0"/>
              <a:t> peak is extremely hard to detect. We used an optimal and very simple case.</a:t>
            </a:r>
          </a:p>
          <a:p>
            <a:endParaRPr lang="en-US" dirty="0"/>
          </a:p>
          <a:p>
            <a:r>
              <a:rPr lang="en-US" dirty="0"/>
              <a:t>We used 10^8 samples per </a:t>
            </a:r>
            <a:r>
              <a:rPr lang="en-US" dirty="0" err="1"/>
              <a:t>src</a:t>
            </a:r>
            <a:r>
              <a:rPr lang="en-US" dirty="0"/>
              <a:t> in </a:t>
            </a:r>
            <a:r>
              <a:rPr lang="en-US" dirty="0" err="1"/>
              <a:t>PathSolver</a:t>
            </a:r>
            <a:r>
              <a:rPr lang="en-US" dirty="0"/>
              <a:t> block, after a number computing time grew exponentially.</a:t>
            </a:r>
          </a:p>
          <a:p>
            <a:endParaRPr lang="en-US" dirty="0"/>
          </a:p>
          <a:p>
            <a:r>
              <a:rPr lang="en-US" dirty="0"/>
              <a:t>Even if we can get </a:t>
            </a:r>
            <a:r>
              <a:rPr lang="en-US" dirty="0" err="1"/>
              <a:t>nLOS</a:t>
            </a:r>
            <a:r>
              <a:rPr lang="en-US" dirty="0"/>
              <a:t>, we cannot be sure if we are detecting the correct object.</a:t>
            </a:r>
          </a:p>
          <a:p>
            <a:endParaRPr lang="en-US" dirty="0"/>
          </a:p>
          <a:p>
            <a:r>
              <a:rPr lang="en-US" dirty="0"/>
              <a:t>Project didn’t consider real time action; moving objects were not considered. </a:t>
            </a:r>
          </a:p>
        </p:txBody>
      </p:sp>
    </p:spTree>
    <p:extLst>
      <p:ext uri="{BB962C8B-B14F-4D97-AF65-F5344CB8AC3E}">
        <p14:creationId xmlns:p14="http://schemas.microsoft.com/office/powerpoint/2010/main" val="1278726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C93A-FD3D-E42F-2C62-5D89D714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Developments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DDE74-F1FE-054C-A2B5-C54751589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Considering multiple transmitters we can optimize for better estimations.</a:t>
            </a:r>
          </a:p>
          <a:p>
            <a:endParaRPr lang="en-US" dirty="0"/>
          </a:p>
          <a:p>
            <a:r>
              <a:rPr lang="en-US" dirty="0"/>
              <a:t>We can factor in the Doppler effect and consider moving objects.</a:t>
            </a:r>
          </a:p>
          <a:p>
            <a:endParaRPr lang="en-US" dirty="0"/>
          </a:p>
          <a:p>
            <a:r>
              <a:rPr lang="en-US" dirty="0"/>
              <a:t>Potentially, before experimenting in real life, we can build the environment in Blender and its material coefficients thus optimizing the experiment setting for a real life scenario.</a:t>
            </a:r>
          </a:p>
        </p:txBody>
      </p:sp>
    </p:spTree>
    <p:extLst>
      <p:ext uri="{BB962C8B-B14F-4D97-AF65-F5344CB8AC3E}">
        <p14:creationId xmlns:p14="http://schemas.microsoft.com/office/powerpoint/2010/main" val="721122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97374-CABC-EE95-3C5F-98C1A9691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for your attention…</a:t>
            </a:r>
          </a:p>
        </p:txBody>
      </p:sp>
    </p:spTree>
    <p:extLst>
      <p:ext uri="{BB962C8B-B14F-4D97-AF65-F5344CB8AC3E}">
        <p14:creationId xmlns:p14="http://schemas.microsoft.com/office/powerpoint/2010/main" val="16991784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167</TotalTime>
  <Words>654</Words>
  <Application>Microsoft Office PowerPoint</Application>
  <PresentationFormat>Widescreen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Wisp</vt:lpstr>
      <vt:lpstr>PRACH-Based Bistatic Target Detection and Localization using Sionna</vt:lpstr>
      <vt:lpstr>Origins of the Project</vt:lpstr>
      <vt:lpstr>Objective</vt:lpstr>
      <vt:lpstr>Key Challenges</vt:lpstr>
      <vt:lpstr>Tools</vt:lpstr>
      <vt:lpstr>Implementation</vt:lpstr>
      <vt:lpstr>Implementation – Channel Modelling </vt:lpstr>
      <vt:lpstr>Implementation – Channel Modelling </vt:lpstr>
      <vt:lpstr>Implementation - Channel Modeling</vt:lpstr>
      <vt:lpstr>Implementation – Preamble Generation</vt:lpstr>
      <vt:lpstr>Implementation - Preamble Generation</vt:lpstr>
      <vt:lpstr>Implementation - Signal Transmission</vt:lpstr>
      <vt:lpstr>Implementation – Peak Detection</vt:lpstr>
      <vt:lpstr>Implementation – Peak Detection</vt:lpstr>
      <vt:lpstr>Implementation - Peak Detection</vt:lpstr>
      <vt:lpstr>Implementation – Distance Estimation</vt:lpstr>
      <vt:lpstr>Implementation - Distance Estimation</vt:lpstr>
      <vt:lpstr>Implementation - Localization</vt:lpstr>
      <vt:lpstr>Implementation - Localization</vt:lpstr>
      <vt:lpstr>Limitations</vt:lpstr>
      <vt:lpstr>Future Developments</vt:lpstr>
      <vt:lpstr>Thank you for your attention…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Esad Kocak</dc:creator>
  <cp:lastModifiedBy>Ahmed Esad Kocak</cp:lastModifiedBy>
  <cp:revision>1</cp:revision>
  <dcterms:created xsi:type="dcterms:W3CDTF">2025-11-25T18:24:31Z</dcterms:created>
  <dcterms:modified xsi:type="dcterms:W3CDTF">2025-11-25T22:18:30Z</dcterms:modified>
</cp:coreProperties>
</file>